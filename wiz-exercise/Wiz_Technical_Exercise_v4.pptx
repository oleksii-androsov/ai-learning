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DM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DM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.fntdata"/><Relationship Id="rId6" Type="http://schemas.openxmlformats.org/officeDocument/2006/relationships/slide" Target="slides/slide1.xml"/><Relationship Id="rId18" Type="http://schemas.openxmlformats.org/officeDocument/2006/relationships/font" Target="fonts/DM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b7f51afd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5b7f51afd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5124cb14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5124cb14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5124cb140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5124cb140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24cb140a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24cb140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124cb140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5124cb140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124cb140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5124cb140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124cb140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124cb140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124cb140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5124cb140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124cb140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124cb140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5124cb140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5124cb140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5124cb140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5124cb140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0" y="1209600"/>
            <a:ext cx="5043900" cy="15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5467800" cy="7926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79600" y="1209612"/>
            <a:ext cx="2679175" cy="272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825" y="444949"/>
            <a:ext cx="611650" cy="29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SECTION_HEADER_1">
    <p:bg>
      <p:bgPr>
        <a:solidFill>
          <a:schemeClr val="dk2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/>
        </p:nvSpPr>
        <p:spPr>
          <a:xfrm>
            <a:off x="2546250" y="2210100"/>
            <a:ext cx="40515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Thank You</a:t>
            </a:r>
            <a:endParaRPr b="1" sz="3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369600" y="1017725"/>
            <a:ext cx="3837000" cy="36951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" name="Google Shape;39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10"/>
          <p:cNvSpPr txBox="1"/>
          <p:nvPr>
            <p:ph type="title"/>
          </p:nvPr>
        </p:nvSpPr>
        <p:spPr>
          <a:xfrm>
            <a:off x="311700" y="445025"/>
            <a:ext cx="3999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DM Sans"/>
              <a:buNone/>
              <a:defRPr sz="2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DM Sans"/>
              <a:buNone/>
              <a:defRPr sz="2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DM Sans"/>
              <a:buNone/>
              <a:defRPr sz="2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DM Sans"/>
              <a:buNone/>
              <a:defRPr sz="2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DM Sans"/>
              <a:buNone/>
              <a:defRPr sz="2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DM Sans"/>
              <a:buNone/>
              <a:defRPr sz="2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DM Sans"/>
              <a:buNone/>
              <a:defRPr sz="2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DM Sans"/>
              <a:buNone/>
              <a:defRPr sz="2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DM Sans"/>
              <a:buNone/>
              <a:defRPr sz="2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●"/>
              <a:defRPr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0" y="1209600"/>
            <a:ext cx="5043900" cy="158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/>
              <a:t>Wiz Technical Exercise</a:t>
            </a:r>
            <a:endParaRPr b="1" sz="3400"/>
          </a:p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5467800" cy="7926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&lt;Candidate Name&gt;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Instructions - DELETE THIS SLIDE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This presentation is an </a:t>
            </a:r>
            <a:r>
              <a:rPr lang="en"/>
              <a:t>optional template for inspiration.  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You are free to use this template, or create your own presentation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sections in here are suggestion for some minimum elements which you should present on or plan to include in your demo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369600" y="1017725"/>
            <a:ext cx="3837000" cy="36951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&lt;tech assignment overview&gt;</a:t>
            </a:r>
            <a:endParaRPr/>
          </a:p>
        </p:txBody>
      </p:sp>
      <p:pic>
        <p:nvPicPr>
          <p:cNvPr id="68" name="Google Shape;68;p16"/>
          <p:cNvPicPr preferRelativeResize="0"/>
          <p:nvPr/>
        </p:nvPicPr>
        <p:blipFill rotWithShape="1">
          <a:blip r:embed="rId3">
            <a:alphaModFix/>
          </a:blip>
          <a:srcRect b="0" l="2524" r="2553" t="0"/>
          <a:stretch/>
        </p:blipFill>
        <p:spPr>
          <a:xfrm>
            <a:off x="4741775" y="1402775"/>
            <a:ext cx="4280749" cy="19792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4741775" y="208600"/>
            <a:ext cx="4280700" cy="1194300"/>
          </a:xfrm>
          <a:prstGeom prst="rect">
            <a:avLst/>
          </a:prstGeom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Sample Architecture: Replace with the reference architecture for the deployment for the CSP you chose.​</a:t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70" name="Google Shape;70;p16"/>
          <p:cNvSpPr txBox="1"/>
          <p:nvPr/>
        </p:nvSpPr>
        <p:spPr>
          <a:xfrm>
            <a:off x="311700" y="445025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54EC"/>
                </a:solidFill>
                <a:latin typeface="DM Sans"/>
                <a:ea typeface="DM Sans"/>
                <a:cs typeface="DM Sans"/>
                <a:sym typeface="DM Sans"/>
              </a:rPr>
              <a:t>Overview</a:t>
            </a:r>
            <a:endParaRPr b="1" sz="2000">
              <a:solidFill>
                <a:srgbClr val="0054EC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&lt;architecture overview&gt;</a:t>
            </a:r>
            <a:endParaRPr/>
          </a:p>
        </p:txBody>
      </p:sp>
      <p:sp>
        <p:nvSpPr>
          <p:cNvPr id="76" name="Google Shape;7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you built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&lt;discussion around value&gt;</a:t>
            </a:r>
            <a:endParaRPr/>
          </a:p>
        </p:txBody>
      </p:sp>
      <p:sp>
        <p:nvSpPr>
          <p:cNvPr id="82" name="Google Shape;8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the business benefits and risks of this environment?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you built it</a:t>
            </a:r>
            <a:endParaRPr/>
          </a:p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&lt;Overview of how you built this architecture and the tools you use to complete the task&gt;​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&lt;Challenges you experienced when building the technical assignment architecture&gt;​</a:t>
            </a:r>
            <a:endParaRPr/>
          </a:p>
        </p:txBody>
      </p:sp>
      <p:sp>
        <p:nvSpPr>
          <p:cNvPr id="94" name="Google Shape;9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challenges you faced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&lt;What is the security outcome of building the technical assignment architecture?&gt;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(optional for support roles)​</a:t>
            </a:r>
            <a:endParaRPr/>
          </a:p>
        </p:txBody>
      </p:sp>
      <p:sp>
        <p:nvSpPr>
          <p:cNvPr id="100" name="Google Shape;10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 Security Outcomes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&lt;What is the value Wiz would provide for this environment?&gt;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(optional for support roles)​</a:t>
            </a:r>
            <a:endParaRPr/>
          </a:p>
        </p:txBody>
      </p:sp>
      <p:sp>
        <p:nvSpPr>
          <p:cNvPr id="106" name="Google Shape;10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Value will Wiz provide?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&lt;What would you change in what you built?&gt;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would you do different or extra?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 Used</a:t>
            </a:r>
            <a:endParaRPr/>
          </a:p>
        </p:txBody>
      </p:sp>
      <p:sp>
        <p:nvSpPr>
          <p:cNvPr id="118" name="Google Shape;11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&lt;Referenced resources (docs, blogs, videos) used for the technical assignment &gt;​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iz Simplified">
  <a:themeElements>
    <a:clrScheme name="Simple Light">
      <a:dk1>
        <a:srgbClr val="01123F"/>
      </a:dk1>
      <a:lt1>
        <a:srgbClr val="FFFFFF"/>
      </a:lt1>
      <a:dk2>
        <a:srgbClr val="0054EC"/>
      </a:dk2>
      <a:lt2>
        <a:srgbClr val="F3F8FF"/>
      </a:lt2>
      <a:accent1>
        <a:srgbClr val="FDEAFD"/>
      </a:accent1>
      <a:accent2>
        <a:srgbClr val="FFBFFF"/>
      </a:accent2>
      <a:accent3>
        <a:srgbClr val="DFEAFF"/>
      </a:accent3>
      <a:accent4>
        <a:srgbClr val="C0D5FF"/>
      </a:accent4>
      <a:accent5>
        <a:srgbClr val="0054EC"/>
      </a:accent5>
      <a:accent6>
        <a:srgbClr val="024BD4"/>
      </a:accent6>
      <a:hlink>
        <a:srgbClr val="003BB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